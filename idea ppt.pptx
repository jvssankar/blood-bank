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65940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85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282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4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21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54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9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45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528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70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D6ED84B-2EE7-4AFC-8C82-EE20B55D5AB0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C450DD2-8A24-4003-919F-BB69C01AD7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3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44B551-3352-242D-A9F3-762377D91DC5}"/>
              </a:ext>
            </a:extLst>
          </p:cNvPr>
          <p:cNvSpPr txBox="1"/>
          <p:nvPr/>
        </p:nvSpPr>
        <p:spPr>
          <a:xfrm>
            <a:off x="930440" y="2598003"/>
            <a:ext cx="92402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BLOOD BANK SYSTEM</a:t>
            </a:r>
          </a:p>
        </p:txBody>
      </p:sp>
    </p:spTree>
    <p:extLst>
      <p:ext uri="{BB962C8B-B14F-4D97-AF65-F5344CB8AC3E}">
        <p14:creationId xmlns:p14="http://schemas.microsoft.com/office/powerpoint/2010/main" val="214084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81D6-E72B-8020-77A9-116A9C64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547D04-2AB3-1F79-D918-D800656443CF}"/>
              </a:ext>
            </a:extLst>
          </p:cNvPr>
          <p:cNvSpPr txBox="1"/>
          <p:nvPr/>
        </p:nvSpPr>
        <p:spPr>
          <a:xfrm>
            <a:off x="898356" y="1030251"/>
            <a:ext cx="9240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Problem Statement: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EB211-3997-AC21-21FA-433401A02793}"/>
              </a:ext>
            </a:extLst>
          </p:cNvPr>
          <p:cNvSpPr txBox="1"/>
          <p:nvPr/>
        </p:nvSpPr>
        <p:spPr>
          <a:xfrm>
            <a:off x="753977" y="2148097"/>
            <a:ext cx="1015465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600" dirty="0"/>
              <a:t>Designing a system to address the challenges of managing blood inventory, donor information, and recipient requests to ensure timely and efficient blood supply.</a:t>
            </a:r>
          </a:p>
          <a:p>
            <a:pPr marL="285750" indent="-285750">
              <a:buFontTx/>
              <a:buChar char="-"/>
            </a:pPr>
            <a:r>
              <a:rPr lang="en-US" sz="2600" dirty="0"/>
              <a:t>This blood bank system ensures the safety and availability of blood supplies for those in need.</a:t>
            </a:r>
          </a:p>
          <a:p>
            <a:endParaRPr lang="en-IN" sz="2600" dirty="0"/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13226402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88</TotalTime>
  <Words>49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Schoolbook</vt:lpstr>
      <vt:lpstr>Wingdings 2</vt:lpstr>
      <vt:lpstr>View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vidyasai.vimal@gmail.com</dc:creator>
  <cp:lastModifiedBy>vidyasai.vimal@gmail.com</cp:lastModifiedBy>
  <cp:revision>2</cp:revision>
  <dcterms:created xsi:type="dcterms:W3CDTF">2025-01-29T16:03:42Z</dcterms:created>
  <dcterms:modified xsi:type="dcterms:W3CDTF">2025-01-30T09:23:54Z</dcterms:modified>
</cp:coreProperties>
</file>